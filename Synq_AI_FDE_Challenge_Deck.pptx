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synq</a:t>
            </a:r>
            <a:pPr indent="0" marL="0">
              <a:buNone/>
            </a:pPr>
            <a:r>
              <a:rPr lang="en-US" sz="54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Forward Deployment Challenge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production automation inside a hostile client environment. Eight hours.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AUGUST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synq</a:t>
            </a:r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 does not fail from lack of intelligence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fails on contact with real company data.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94560"/>
            <a:ext cx="10149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systems that disagree with each other, and three formats for the same vehicle number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operating rules live in one veteran employee's head, written down nowhere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data scattered through spreadsheets, emails, and free-text notes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that rate limit, fail intermittently, and change without notice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client who does not want a demo. They want a system that runs unattended on Monday and never acts twice, wrongly, or silently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synq</a:t>
            </a:r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scenario: Meridian Freight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fictional trucking company. Around 400 vehicles across North India.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situation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231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knowledge fragmented across live APIs, spreadsheets, emails, and tickets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best dispatcher, 14 years in the role, retires in 30 days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breakdown today means a human scrambling across five systems for forty minutes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deployment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231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one unattended automation: breakdown to resolution, in seconds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in a context layer you build over their messy reality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human approves only the irreversible steps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synq</a:t>
            </a:r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environment you are deploying into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breakdown queue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5740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tickets.json: a queue your pipeline processes end to end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ticket ids and broken records planted inside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 handled once; broken records quarantined with an alert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 go to a standard outputs format: duplicates are scored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whole pipeline twice: outputs must be identical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corpus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5740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log, free text, mixed Hindi and English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client email threads, some contradict the data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retiring dispatcher's interview transcript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Trips history, driver roster, breakdown tickets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data planted throughout, on purpose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 warning: in the final hour you receive a second ticket file that will not look exactly like the main queue. The client changed formats without telling you. Handling it live is scored.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synq</a:t>
            </a:r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ship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4572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context foundation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6888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everything, mask personal data first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duplicate entities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Documented precedence where sources conflict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interface: answer, citations, or an honest 'insufficient data'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722376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automation: breakdown to resolution, unattended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each ticket: duplicates once, broken records quarantined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 with full context: vehicle, driver, trip, client, SLA, history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and decide using the dispatcher's encoded rules, with citations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genuinely eligible replacement vehicle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exactly one work order, no matter how many times the event arrives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message behind a human approval gate, sent exactly once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record for every step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synq</a:t>
            </a:r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production bar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where it gets hard.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920240"/>
            <a:ext cx="10149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Idempotency: duplicate tickets and full re-runs never create a second work order or message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Re-runnability: pipeline run twice back to back produces identical outputs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Hygiene: broken records quarantined with alerts, secrets and personal data out of code and logs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tolerance: when the surprise file arrives in a changed format, alert, never corrupt silently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Observability: an evaluator reconstructs any decision from your logs in under a minute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Deployability: one documented command on a clean machine. If we cannot run it, it does not exist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synq</a:t>
            </a:r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hour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28800"/>
            <a:ext cx="10149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surprise ticket file, in a changed format, processed live in front of us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full pipeline run twice back to back: nothing lost, nothing doubled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duplicate and a broken record hiding inside the surprise file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questions your system has never seen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7091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built for the happy path fail here in the first ten minutes. That failure is the most informative signal of the entire day.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synq</a:t>
            </a:r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Scoring: 100 points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910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60934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correctness under chaos: exactly-once actions, clean recovery, safe degradation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432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4505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quality: entity resolution, conflicts, grounded answers. Hallucination carries negative marks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2735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2918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rules: decisions that respect and cite the dispatcher's rules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13308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hygiene: audit trail, observability, security, one-command deploy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2803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956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4974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Defense: explain every decision, own every trade-off, in fifteen minutes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gate: any raw personal data in any outbound action, answer, or visible log caps your total at 50.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synq</a:t>
            </a:r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 and rules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get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574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breakdown queue and the full static file bundle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docs defining the outputs format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Internet, documentation, and AI assistance: all allowed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stack, any framework, any LLM (bring your own key; free tiers exist: Google AI Studio, Groq)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574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work, built entirely inside the event window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 3 checkpoint: entity resolution report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 5 checkpoint: pipeline processing the queue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 7: the final hour begins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must be able to explain every line you ship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finishes this cleanly.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08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watching what you prioritise, what you refuse to fake, and whether the thing you ship tells the truth under attack. That is the job.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something that survives.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synq</a:t>
            </a:r>
            <a:pPr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2026-08-29T08:11:55Z</dcterms:created>
  <dcterms:modified xsi:type="dcterms:W3CDTF">2026-08-29T08:11:55Z</dcterms:modified>
</cp:coreProperties>
</file>